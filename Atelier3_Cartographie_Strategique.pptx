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80160"/>
            <a:ext cx="731520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280160"/>
            <a:ext cx="73152" cy="4023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600200"/>
            <a:ext cx="1463040" cy="2926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600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SupDeVinci — B2 Benchmark &amp; Modèle Économique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280160" y="278892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Stratégique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128016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PvP navigateur — style Dofus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4069080"/>
            <a:ext cx="1783080" cy="256032"/>
          </a:xfrm>
          <a:prstGeom prst="rect">
            <a:avLst/>
          </a:prstGeom>
          <a:solidFill>
            <a:srgbClr val="1C2330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40690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axes choisis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4069080"/>
            <a:ext cx="1783080" cy="256032"/>
          </a:xfrm>
          <a:prstGeom prst="rect">
            <a:avLst/>
          </a:prstGeom>
          <a:solidFill>
            <a:srgbClr val="1C233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0690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 positionnement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0" y="4069080"/>
            <a:ext cx="1783080" cy="256032"/>
          </a:xfrm>
          <a:prstGeom prst="rect">
            <a:avLst/>
          </a:prstGeom>
          <a:solidFill>
            <a:srgbClr val="1C233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40690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blanches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40880" y="4069080"/>
            <a:ext cx="1783080" cy="256032"/>
          </a:xfrm>
          <a:prstGeom prst="rect">
            <a:avLst/>
          </a:prstGeom>
          <a:solidFill>
            <a:srgbClr val="1C23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0690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de positionnement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3 — Cartographie Stratégique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 Axes de Positionnement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raisonnée parmi les critères de la matrice concurrentielle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AXES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874520"/>
            <a:ext cx="4206240" cy="44805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74520"/>
            <a:ext cx="42062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0756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horizontal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3957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" y="29443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lourd ←——→ Navigateur web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374904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 axe 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76732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barrière d'installation est le premier filtre d'acquisition. Battlerite est mort en partie à cause de son client lourd. S&amp;F et Crystal Saga survivent grâce au web. C'est un critère décisif pour atteindre notre cible.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937760"/>
            <a:ext cx="374904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5047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différentiel : Dofus=2  Battlerite=1  Notre offre=5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874520"/>
            <a:ext cx="4206240" cy="44805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874520"/>
            <a:ext cx="420624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029968"/>
            <a:ext cx="45720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20756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vertical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3957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PvP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846320" y="29443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/ casual ←——→ Compétitif / tactique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337560"/>
            <a:ext cx="374904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 axe 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76732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PvP tactique est notre cœur de produit. C'est ce qui sépare les jeux qui créent une communauté compétitive durable (Dofus, Battlerite) de ceux qui se vident rapidement (S&amp;F, Crystal Saga). Cet axe révèle notre ambition.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4937760"/>
            <a:ext cx="374904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5047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différentiel : S&amp;F=1  Crystal Saga=2  Notre offre=5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3 — Cartographie Stratégique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 Positionnement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(X) × Profondeur PvP (Y) — 5 concurrents + notre offre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MAP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1600200"/>
            <a:ext cx="3931920" cy="2331720"/>
          </a:xfrm>
          <a:prstGeom prst="rect">
            <a:avLst/>
          </a:prstGeom>
          <a:solidFill>
            <a:srgbClr val="0E19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600200"/>
            <a:ext cx="3931920" cy="2331720"/>
          </a:xfrm>
          <a:prstGeom prst="rect">
            <a:avLst/>
          </a:prstGeom>
          <a:solidFill>
            <a:srgbClr val="0E221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931920"/>
            <a:ext cx="3931920" cy="23317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3931920"/>
            <a:ext cx="3931920" cy="23317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lourd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PvP fort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PvP fort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0" y="39867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lourd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PvP faible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0" y="39867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PvP faible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83480" y="1645920"/>
            <a:ext cx="3840480" cy="2240280"/>
          </a:xfrm>
          <a:prstGeom prst="rect">
            <a:avLst/>
          </a:prstGeom>
          <a:solidFill>
            <a:srgbClr val="3FB950">
              <a:alpha val="12000"/>
            </a:srgbClr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5831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BLANCHE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3922776"/>
            <a:ext cx="7863840" cy="182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8616" y="1600200"/>
            <a:ext cx="18288" cy="46634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968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Client lourd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3968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web 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1645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compétitif 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5989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PvP casual / idle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70355" y="1808683"/>
            <a:ext cx="329184" cy="329184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72691" y="1808683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Battlerite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72691" y="2018995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800MB+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71293" y="2601468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3629" y="26746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Dofus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73629" y="28849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abo.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71293" y="423367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3629" y="430682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Wakfu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73629" y="45171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lourd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02275" y="5166360"/>
            <a:ext cx="329184" cy="329184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4611" y="52395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Saga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4611" y="54498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P2W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289597" y="5632704"/>
            <a:ext cx="329184" cy="329184"/>
          </a:xfrm>
          <a:prstGeom prst="ellipse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27725" y="57058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S&amp;F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27725" y="59161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idle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18704" y="1901952"/>
            <a:ext cx="329184" cy="32918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19019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Offre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56832" y="21122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F2P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808976" y="1792224"/>
            <a:ext cx="548640" cy="548640"/>
          </a:xfrm>
          <a:prstGeom prst="ellipse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3 — Cartographie Stratégique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552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Blanches &amp; Opportunités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de marché non couverts révélés par la carte de positionnement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874520"/>
            <a:ext cx="2816352" cy="4434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74520"/>
            <a:ext cx="2816352" cy="914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002536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38328" y="2569464"/>
            <a:ext cx="2596896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569464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BLANCHE PRINCIPALE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2898648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compétitif en navigateur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" y="3538728"/>
            <a:ext cx="2596896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611880"/>
            <a:ext cx="25968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acteur ne combine aujourd'hui accessibilité web native et PvP tactique compétitif. Battlerite a le PvP mais impose un client de 800 MB. S&amp;F est en navigateur mais n'a aucune profondeur. Cette intersection est vide — c'est notre positionnement cible.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" y="5257800"/>
            <a:ext cx="2596896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5330952"/>
            <a:ext cx="25968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non adressé : ~2–3M joueurs Dofus/Battlerite déçus cherchent exactement ça.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9544" y="1874520"/>
            <a:ext cx="2816352" cy="4434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9544" y="1874520"/>
            <a:ext cx="2816352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2002536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3319272" y="2569464"/>
            <a:ext cx="259689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569464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COMPLÉMENTAIRE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19272" y="2898648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éthique + PvP compétitif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9272" y="3538728"/>
            <a:ext cx="2596896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611880"/>
            <a:ext cx="25968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jeux PvP compétitifs (Dofus, Battlerite) ont des modèles économiques perçus comme contraignants. Le F2P pur sans pay-to-win sur un titre compétitif est une combinaison absente du marché. C'est notre second axe de différenciation.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19272" y="5257800"/>
            <a:ext cx="2596896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5330952"/>
            <a:ext cx="25968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de la fidélité organique et de la recommandation : les joueurs défendent un jeu 'honnête'.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90488" y="1874520"/>
            <a:ext cx="2816352" cy="4434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0488" y="1874520"/>
            <a:ext cx="2816352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2002536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6300216" y="2569464"/>
            <a:ext cx="259689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2569464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STRUCTURELLE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00216" y="2898648"/>
            <a:ext cx="2596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PvP organisée dès le lancement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0216" y="3538728"/>
            <a:ext cx="2596896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3611880"/>
            <a:ext cx="25968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jeux web tactiques existants (S&amp;F, Crystal Saga) n'ont pas investi dans des systèmes de classements, saisons ou matchmaking compétitif. Cette couche communautaire manque dans le quadrant web, alors qu'elle est prouvée dans les clients lourds.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0216" y="5257800"/>
            <a:ext cx="2596896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5330952"/>
            <a:ext cx="25968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Saisons classées + Discord actif = rétention x3 par rapport aux jeux sans structure compétitive.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3 — Cartographie Stratégique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552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de Positionnement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proposition de valeur formalisée — le "statement" stratégique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828800"/>
            <a:ext cx="86868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28800"/>
            <a:ext cx="73152" cy="2743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745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48640" y="2029968"/>
            <a:ext cx="8183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joueurs de RPG tactique déçus par la monétisation abusive de Dofus et les barrières techniques des jeux compétitifs existants,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jeu est la seule alternative entièrement accessible depuis un navigateur web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offre un PvP compétitif et tactique de haut niveau,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installation, sans pay-to-win, et avec une communauté organisée en saisons classées.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4754880"/>
            <a:ext cx="2084832" cy="1554480"/>
          </a:xfrm>
          <a:prstGeom prst="rect">
            <a:avLst/>
          </a:prstGeom>
          <a:solidFill>
            <a:srgbClr val="1C2330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4754880"/>
            <a:ext cx="2084832" cy="54864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4882896"/>
            <a:ext cx="1901952" cy="256032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882896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521208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RPG tactique — déçus par Dofus et orphelins de Battlerite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23160" y="4754880"/>
            <a:ext cx="2084832" cy="1554480"/>
          </a:xfrm>
          <a:prstGeom prst="rect">
            <a:avLst/>
          </a:prstGeom>
          <a:solidFill>
            <a:srgbClr val="1C233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4754880"/>
            <a:ext cx="208483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4882896"/>
            <a:ext cx="190195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4882896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14600" y="521208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PvP compétitif, navigateur web natif, sans client à installer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4754880"/>
            <a:ext cx="2084832" cy="1554480"/>
          </a:xfrm>
          <a:prstGeom prst="rect">
            <a:avLst/>
          </a:prstGeom>
          <a:solidFill>
            <a:srgbClr val="1C23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4754880"/>
            <a:ext cx="2084832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4882896"/>
            <a:ext cx="1901952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882896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09160" y="521208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éthique (cosmétiques seuls) + saisons classées + zéro friction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12280" y="4754880"/>
            <a:ext cx="2084832" cy="1554480"/>
          </a:xfrm>
          <a:prstGeom prst="rect">
            <a:avLst/>
          </a:prstGeom>
          <a:solidFill>
            <a:srgbClr val="1C233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4754880"/>
            <a:ext cx="2084832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882896"/>
            <a:ext cx="1901952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882896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03720" y="521208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React 18 + Phaser 3 — temps réel SSE — MVP playtest 300j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4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3 — Cartographie Stratégique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2026-03-19T12:55:41Z</dcterms:created>
  <dcterms:modified xsi:type="dcterms:W3CDTF">2026-03-19T12:55:41Z</dcterms:modified>
</cp:coreProperties>
</file>